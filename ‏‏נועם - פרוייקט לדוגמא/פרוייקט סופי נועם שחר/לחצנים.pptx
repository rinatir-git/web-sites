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 varScale="1">
        <p:scale>
          <a:sx n="64" d="100"/>
          <a:sy n="64" d="100"/>
        </p:scale>
        <p:origin x="-1614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54E37-9B22-4E2C-A7E6-86E8582EE410}" type="datetimeFigureOut">
              <a:rPr lang="he-IL" smtClean="0"/>
              <a:t>כ"ג/אדר/תשע"ח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DC534-CCE5-45F9-B657-2B3DC812A3B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3626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54E37-9B22-4E2C-A7E6-86E8582EE410}" type="datetimeFigureOut">
              <a:rPr lang="he-IL" smtClean="0"/>
              <a:t>כ"ג/אדר/תשע"ח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DC534-CCE5-45F9-B657-2B3DC812A3B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6288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54E37-9B22-4E2C-A7E6-86E8582EE410}" type="datetimeFigureOut">
              <a:rPr lang="he-IL" smtClean="0"/>
              <a:t>כ"ג/אדר/תשע"ח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DC534-CCE5-45F9-B657-2B3DC812A3B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89122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54E37-9B22-4E2C-A7E6-86E8582EE410}" type="datetimeFigureOut">
              <a:rPr lang="he-IL" smtClean="0"/>
              <a:t>כ"ג/אדר/תשע"ח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DC534-CCE5-45F9-B657-2B3DC812A3B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89446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54E37-9B22-4E2C-A7E6-86E8582EE410}" type="datetimeFigureOut">
              <a:rPr lang="he-IL" smtClean="0"/>
              <a:t>כ"ג/אדר/תשע"ח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DC534-CCE5-45F9-B657-2B3DC812A3B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67514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54E37-9B22-4E2C-A7E6-86E8582EE410}" type="datetimeFigureOut">
              <a:rPr lang="he-IL" smtClean="0"/>
              <a:t>כ"ג/אדר/תשע"ח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DC534-CCE5-45F9-B657-2B3DC812A3B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51230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54E37-9B22-4E2C-A7E6-86E8582EE410}" type="datetimeFigureOut">
              <a:rPr lang="he-IL" smtClean="0"/>
              <a:t>כ"ג/אדר/תשע"ח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DC534-CCE5-45F9-B657-2B3DC812A3B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08529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54E37-9B22-4E2C-A7E6-86E8582EE410}" type="datetimeFigureOut">
              <a:rPr lang="he-IL" smtClean="0"/>
              <a:t>כ"ג/אדר/תשע"ח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DC534-CCE5-45F9-B657-2B3DC812A3B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73276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54E37-9B22-4E2C-A7E6-86E8582EE410}" type="datetimeFigureOut">
              <a:rPr lang="he-IL" smtClean="0"/>
              <a:t>כ"ג/אדר/תשע"ח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DC534-CCE5-45F9-B657-2B3DC812A3B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51853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54E37-9B22-4E2C-A7E6-86E8582EE410}" type="datetimeFigureOut">
              <a:rPr lang="he-IL" smtClean="0"/>
              <a:t>כ"ג/אדר/תשע"ח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DC534-CCE5-45F9-B657-2B3DC812A3B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13814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54E37-9B22-4E2C-A7E6-86E8582EE410}" type="datetimeFigureOut">
              <a:rPr lang="he-IL" smtClean="0"/>
              <a:t>כ"ג/אדר/תשע"ח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DC534-CCE5-45F9-B657-2B3DC812A3B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35452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E54E37-9B22-4E2C-A7E6-86E8582EE410}" type="datetimeFigureOut">
              <a:rPr lang="he-IL" smtClean="0"/>
              <a:t>כ"ג/אדר/תשע"ח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DC534-CCE5-45F9-B657-2B3DC812A3B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0355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7" descr="תמונה קשורה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2621332"/>
            <a:ext cx="3672408" cy="3672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131840" y="4103593"/>
            <a:ext cx="2448272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4000" dirty="0" smtClean="0">
                <a:cs typeface="AhlaB" pitchFamily="2" charset="-79"/>
              </a:rPr>
              <a:t>דף הבית</a:t>
            </a:r>
            <a:endParaRPr lang="he-IL" sz="4000" dirty="0">
              <a:cs typeface="AhlaB" pitchFamily="2" charset="-79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627784" y="1196752"/>
            <a:ext cx="4464496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he-IL" sz="9600" dirty="0"/>
          </a:p>
        </p:txBody>
      </p:sp>
    </p:spTree>
    <p:extLst>
      <p:ext uri="{BB962C8B-B14F-4D97-AF65-F5344CB8AC3E}">
        <p14:creationId xmlns:p14="http://schemas.microsoft.com/office/powerpoint/2010/main" val="1444096119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2</Words>
  <Application>Microsoft Office PowerPoint</Application>
  <PresentationFormat>‫הצגה על המסך 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2" baseType="lpstr">
      <vt:lpstr>ערכת נושא Office</vt:lpstr>
      <vt:lpstr>מצגת של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</dc:title>
  <dc:creator>User</dc:creator>
  <cp:lastModifiedBy>User</cp:lastModifiedBy>
  <cp:revision>7</cp:revision>
  <dcterms:created xsi:type="dcterms:W3CDTF">2018-03-10T07:31:46Z</dcterms:created>
  <dcterms:modified xsi:type="dcterms:W3CDTF">2018-03-10T11:55:14Z</dcterms:modified>
</cp:coreProperties>
</file>